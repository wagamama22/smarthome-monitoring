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085" y="-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153A6-3CF5-4C4C-9DBB-E796FB3C8B3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F3309-FFF8-4E0E-BE5E-293797245C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843" y="413738"/>
            <a:ext cx="8161020" cy="781764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Verdana" panose="020B0604030504040204" pitchFamily="34" charset="0"/>
                <a:ea typeface="Verdana" panose="020B0604030504040204" pitchFamily="34" charset="0"/>
              </a:rPr>
              <a:t>PROJECT NAME</a:t>
            </a:r>
            <a:endParaRPr lang="en-US" sz="4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466" y="1649506"/>
            <a:ext cx="8161019" cy="9879106"/>
          </a:xfrm>
        </p:spPr>
        <p:txBody>
          <a:bodyPr>
            <a:normAutofit fontScale="82500" lnSpcReduction="20000"/>
          </a:bodyPr>
          <a:lstStyle/>
          <a:p>
            <a:pPr algn="l"/>
            <a:r>
              <a:rPr lang="en-GB" b="1" dirty="0"/>
              <a:t>Student name</a:t>
            </a:r>
            <a:r>
              <a:rPr lang="en-GB" dirty="0"/>
              <a:t>: MORGAN CHINEDU OFODUM</a:t>
            </a:r>
          </a:p>
          <a:p>
            <a:pPr algn="l"/>
            <a:endParaRPr lang="en-GB" dirty="0"/>
          </a:p>
          <a:p>
            <a:pPr algn="l"/>
            <a:r>
              <a:rPr lang="en-GB" b="1" dirty="0"/>
              <a:t>Course/year</a:t>
            </a:r>
            <a:r>
              <a:rPr lang="en-GB" dirty="0"/>
              <a:t>: EMBEDDED SYSTEMS/2024 - 2025</a:t>
            </a:r>
          </a:p>
          <a:p>
            <a:pPr algn="l"/>
            <a:endParaRPr lang="en-GB" dirty="0"/>
          </a:p>
          <a:p>
            <a:pPr algn="l"/>
            <a:r>
              <a:rPr lang="en-GB" b="1" dirty="0"/>
              <a:t>Project Description</a:t>
            </a:r>
            <a:r>
              <a:rPr lang="en-GB" dirty="0"/>
              <a:t>: AUTOMATED SMART HOME MONITORING WITH REMOTE ACCESS</a:t>
            </a:r>
          </a:p>
          <a:p>
            <a:pPr algn="l"/>
            <a:endParaRPr lang="en-GB" b="1" dirty="0"/>
          </a:p>
          <a:p>
            <a:pPr algn="l"/>
            <a:r>
              <a:rPr lang="en-GB" b="1" dirty="0"/>
              <a:t>Project application</a:t>
            </a:r>
            <a:r>
              <a:rPr lang="en-GB" dirty="0"/>
              <a:t>: THE SYSTEM IS USED IN HOMES AND OFFICES</a:t>
            </a:r>
          </a:p>
          <a:p>
            <a:pPr algn="l"/>
            <a:endParaRPr lang="en-GB" dirty="0"/>
          </a:p>
          <a:p>
            <a:pPr algn="l"/>
            <a:r>
              <a:rPr lang="en-GB" b="1" dirty="0"/>
              <a:t>Project process</a:t>
            </a:r>
            <a:r>
              <a:rPr lang="en-GB" dirty="0"/>
              <a:t>: </a:t>
            </a:r>
            <a:r>
              <a:rPr lang="en-GB" sz="2400" dirty="0"/>
              <a:t>This smart home system monitors humidity, temperature, light, and movement in a designated area. When light levels drop below a threshold, the system activates a red light to illuminate the area. Upon detecting movement, the system triggers an alarm. Additionally, it flashes a yellow light when temperature and humidity is being monitored and the readings recorded appropriately. These readings are sent to a designated email in real time and can be accessed remotely via a designated website. The camera captures images whenever movement is detected and records video when the area is dark and the red light is activated</a:t>
            </a:r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r>
              <a:rPr lang="en-GB" dirty="0"/>
              <a:t>SPACE FOR PHOTOS OF THE PROJECT</a:t>
            </a:r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r>
              <a:rPr lang="en-GB" sz="1600" b="1" i="1" dirty="0"/>
              <a:t>Exhibit produced by students at the Malta College for Arts, Science and Technology (MCAST).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1247120"/>
            <a:ext cx="9601200" cy="1554480"/>
          </a:xfrm>
          <a:prstGeom prst="rect">
            <a:avLst/>
          </a:prstGeom>
          <a:solidFill>
            <a:srgbClr val="00002B"/>
          </a:solidFill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en-GB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GB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GB" sz="4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sz="4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GB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4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" y="11314431"/>
            <a:ext cx="3022177" cy="1419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9B2F54-6306-141E-9969-5518D677AF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65" y="8585376"/>
            <a:ext cx="1482752" cy="2115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B90275-BF2F-8BE5-3141-A15F8C727B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913" y="8585376"/>
            <a:ext cx="1586747" cy="2115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60F659-2E70-4C0E-C62E-AC195887C0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756" y="8585376"/>
            <a:ext cx="1586747" cy="21159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178</Words>
  <Application>Microsoft Office PowerPoint</Application>
  <PresentationFormat>A3 Paper (297x420 mm)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PROJECT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 Rose Formosa</dc:creator>
  <cp:lastModifiedBy>morgan</cp:lastModifiedBy>
  <cp:revision>20</cp:revision>
  <dcterms:created xsi:type="dcterms:W3CDTF">2024-04-16T10:32:00Z</dcterms:created>
  <dcterms:modified xsi:type="dcterms:W3CDTF">2025-08-11T20:24:42Z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5EBF892C518D414FA6A3855722B2B563_12</vt:lpwstr>
  </property>
  <property fmtid="{D5CDD505-2E9C-101B-9397-08002B2CF9AE}" pid="3" name="KSOProductBuildVer">
    <vt:lpwstr>2057-12.2.0.18283</vt:lpwstr>
  </property>
</Properties>
</file>